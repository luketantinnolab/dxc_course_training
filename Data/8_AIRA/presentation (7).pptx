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Devastating Earthquake Strikes Southeast Asia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 March 28, 2025, a magnitude 7.7 earthquake hit Myanmar and Thailand, causing extensive damage and loss of life.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Casualties and Infrastructure Damage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earthquake resulted in over 3,000 deaths in Myanmar and at least three fatalities in Bangkok, with a high-rise building collapse trapping many individuals.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Relief Efforts Due to Civil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Ongoing civil conflict in Myanmar has complicated search and rescue operations, highlighting the difficulties in providing aid during simultaneous crises.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Construction Safety and Regulatory Oversight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collapse of a high-rise building in Bangkok has raised concerns about construction safety standards, leading to arrests and calls for stricter regulations.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Awareness and Preparedness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disaster underscores the need for improved disaster preparedness, public awareness, and effective emergency response plans to minimize future impacts.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Resilience and Urban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earthquake highlighted vulnerabilities in urban infrastructure, emphasizing the importance of building resilient systems in seismically active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International Aid and Local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disaster has sparked debate over the roles of international aid versus local governance in managing disaster response and ensuring accountability.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Travel and Safety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earthquake prompted travel advisories and highlighted the need for safety measures at airports and other critical infrastructure to ensure public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Rescue and Recovery Efforts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Rescue operations continue in Bangkok and Myanmar, with efforts focused on locating survivors and providing essential resources to affected communities.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and Future Preparedness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earthquake serves as a reminder of the importance of robust emergency management systems and proactive measures to mitigate the impact of natural disasters.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